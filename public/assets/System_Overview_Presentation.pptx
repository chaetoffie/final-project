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Systems Architecture • Database Design • System Storyboard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Client–Server Architecture</a:t>
            </a:r>
          </a:p>
          <a:p>
            <a:r>
              <a:t>• Frontend: HTML, CSS, JavaScript</a:t>
            </a:r>
          </a:p>
          <a:p>
            <a:r>
              <a:t>• Backend: (example) PHP / Node.js</a:t>
            </a:r>
          </a:p>
          <a:p>
            <a:r>
              <a:t>• Hosting: Render / XAMPP</a:t>
            </a:r>
          </a:p>
          <a:p>
            <a:r>
              <a:t>• Payment Integration: GCash (QR-based)</a:t>
            </a:r>
          </a:p>
          <a:p>
            <a:r>
              <a:t>• Data Flow: User → Form → Server →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Table</a:t>
            </a:r>
          </a:p>
          <a:p>
            <a:r>
              <a:t>    - id (PK)</a:t>
            </a:r>
          </a:p>
          <a:p>
            <a:r>
              <a:t>    - name</a:t>
            </a:r>
          </a:p>
          <a:p>
            <a:r>
              <a:t>    - phone</a:t>
            </a:r>
          </a:p>
          <a:p>
            <a:r>
              <a:t>    - address</a:t>
            </a:r>
          </a:p>
          <a:p/>
          <a:p>
            <a:r>
              <a:t>• Orders Table</a:t>
            </a:r>
          </a:p>
          <a:p>
            <a:r>
              <a:t>    - order_id (PK)</a:t>
            </a:r>
          </a:p>
          <a:p>
            <a:r>
              <a:t>    - user_id (FK)</a:t>
            </a:r>
          </a:p>
          <a:p>
            <a:r>
              <a:t>    - total_amount</a:t>
            </a:r>
          </a:p>
          <a:p>
            <a:r>
              <a:t>    - order_date</a:t>
            </a:r>
          </a:p>
          <a:p/>
          <a:p>
            <a:r>
              <a:t>• Cart Items Table</a:t>
            </a:r>
          </a:p>
          <a:p>
            <a:r>
              <a:t>    - item_id (PK)</a:t>
            </a:r>
          </a:p>
          <a:p>
            <a:r>
              <a:t>    - order_id (FK)</a:t>
            </a:r>
          </a:p>
          <a:p>
            <a:r>
              <a:t>    - product_name</a:t>
            </a:r>
          </a:p>
          <a:p>
            <a:r>
              <a:t>    - price</a:t>
            </a:r>
          </a:p>
          <a:p>
            <a:r>
              <a:t>    - quantity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browses products on the homepage.</a:t>
            </a:r>
          </a:p>
          <a:p>
            <a:r>
              <a:t>2. User adds items to cart.</a:t>
            </a:r>
          </a:p>
          <a:p>
            <a:r>
              <a:t>3. User proceeds to checkout.</a:t>
            </a:r>
          </a:p>
          <a:p>
            <a:r>
              <a:t>4. User fills in name, phone, address.</a:t>
            </a:r>
          </a:p>
          <a:p>
            <a:r>
              <a:t>5. User scans GCash QR to pay.</a:t>
            </a:r>
          </a:p>
          <a:p>
            <a:r>
              <a:t>6. System stores order in database.</a:t>
            </a:r>
          </a:p>
          <a:p>
            <a:r>
              <a:t>7. Confirmation page displays successful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